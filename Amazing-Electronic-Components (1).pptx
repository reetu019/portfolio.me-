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Amazing Electronic Components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Welcome to the exciting world of electronics! Today we'll discover how simple components work together to create incredible inventions.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484"/>
            <a:ext cx="8577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Our Learning Adventure Today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208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78860" y="33633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363397"/>
            <a:ext cx="449115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Meet our electronic friends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924776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Discover 5 essential components that make electronics work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3208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41955" y="33633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3363397"/>
            <a:ext cx="448579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 a glowing LED circuit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8194000" y="3924776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 your first working circuit that lights up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1042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8860" y="51467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530906" y="5146715"/>
            <a:ext cx="41983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Become circuit detectives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708094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Learn to troubleshoot and fix common problems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51042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41955" y="514671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194000" y="5146715"/>
            <a:ext cx="518886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Explore real-world connections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8194000" y="5708094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See how electronics power our everyday world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55834"/>
            <a:ext cx="7573923" cy="69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Super Engineer Safety Rules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240" y="1982867"/>
            <a:ext cx="3683675" cy="2885599"/>
          </a:xfrm>
          <a:prstGeom prst="roundRect">
            <a:avLst>
              <a:gd name="adj" fmla="val 3233"/>
            </a:avLst>
          </a:prstGeom>
          <a:solidFill>
            <a:srgbClr val="F2EDE5"/>
          </a:solidFill>
          <a:ln w="7620">
            <a:solidFill>
              <a:srgbClr val="9C9283"/>
            </a:solidFill>
            <a:prstDash val="solid"/>
          </a:ln>
          <a:effectLst>
            <a:outerShdw sx="100000" sy="100000" kx="0" ky="0" algn="bl" rotWithShape="0" blurRad="0" dist="20320" dir="2700000">
              <a:srgbClr val="9c9283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6912" y="2212538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9C928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49" y="2358271"/>
            <a:ext cx="299799" cy="374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6912" y="3100864"/>
            <a:ext cx="322433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Protect Your Super Vision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006912" y="3928229"/>
            <a:ext cx="3224332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Always wear safety goggles when building circuits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4682966" y="1982867"/>
            <a:ext cx="3683794" cy="2885599"/>
          </a:xfrm>
          <a:prstGeom prst="roundRect">
            <a:avLst>
              <a:gd name="adj" fmla="val 3233"/>
            </a:avLst>
          </a:prstGeom>
          <a:solidFill>
            <a:srgbClr val="F2EDE5"/>
          </a:solidFill>
          <a:ln w="7620">
            <a:solidFill>
              <a:srgbClr val="9C9283"/>
            </a:solidFill>
            <a:prstDash val="solid"/>
          </a:ln>
          <a:effectLst>
            <a:outerShdw sx="100000" sy="100000" kx="0" ky="0" algn="bl" rotWithShape="0" blurRad="0" dist="20320" dir="2700000">
              <a:srgbClr val="9c9283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912638" y="2212538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9C928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2358271"/>
            <a:ext cx="299799" cy="3746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2638" y="3100864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Gentle Giant Hands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4912638" y="3581162"/>
            <a:ext cx="3224451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 components carefully - they're delicate friends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77240" y="5090517"/>
            <a:ext cx="7589520" cy="2183249"/>
          </a:xfrm>
          <a:prstGeom prst="roundRect">
            <a:avLst>
              <a:gd name="adj" fmla="val 4273"/>
            </a:avLst>
          </a:prstGeom>
          <a:solidFill>
            <a:srgbClr val="F2EDE5"/>
          </a:solidFill>
          <a:ln w="7620">
            <a:solidFill>
              <a:srgbClr val="9C9283"/>
            </a:solidFill>
            <a:prstDash val="solid"/>
          </a:ln>
          <a:effectLst>
            <a:outerShdw sx="100000" sy="100000" kx="0" ky="0" algn="bl" rotWithShape="0" blurRad="0" dist="20320" dir="2700000">
              <a:srgbClr val="9c9283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06912" y="5320189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9C928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149" y="5465921"/>
            <a:ext cx="299799" cy="3746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6912" y="6208514"/>
            <a:ext cx="317861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Tidy Workspace Heroes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1006912" y="6688812"/>
            <a:ext cx="7130177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Keep your building area organized and clutter-free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is Electronics?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5679519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Think of electronics like LEGO blocks!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131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Just like LEGO pieces snap together to build amazing creations, electronic components connect to make incredible inventions. Each piece has a special job, and when they work together - magic happens!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824526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Electronics control everything from your favorite video games to the lights in your classroom.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569"/>
            <a:ext cx="7394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Meet Your Electronic Team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8897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Breadboard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building platform where all components live and connect together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28897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LED Lights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Tiny colorful lights that glow when electricity flows through them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288977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Resistor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traffic controller that slows down electricity to keep LEDs safe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92275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Jumper Wires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37710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Colorful highways that carry electricity between components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4922758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Potentiometer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37710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volume control that lets you adjust how bright your LED shines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744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Breadboard: Your Building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59016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Fun Fact: Named After Bread!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636413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Long ago, inventors actually used wooden breadboards from kitchens to build circuits. Today's plastic versions are much better!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5590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It Works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4856321" y="4211122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breadboard has hundreds of tiny holes connected in rows. Components plug into these holes to create electrical connections - no tools needed!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88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534" y="513517"/>
            <a:ext cx="5710952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LEDs: Happy Little Lights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53534" y="1377077"/>
            <a:ext cx="7836932" cy="1121569"/>
          </a:xfrm>
          <a:prstGeom prst="roundRect">
            <a:avLst>
              <a:gd name="adj" fmla="val 699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6510" dir="2700000">
              <a:srgbClr val="e6ded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3084" y="1586627"/>
            <a:ext cx="233422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Red LEDs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3084" y="1990487"/>
            <a:ext cx="741783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Perfect for stop signs and warning lights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3534" y="2685336"/>
            <a:ext cx="7836932" cy="1121569"/>
          </a:xfrm>
          <a:prstGeom prst="roundRect">
            <a:avLst>
              <a:gd name="adj" fmla="val 699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6510" dir="2700000">
              <a:srgbClr val="e6de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3084" y="2894886"/>
            <a:ext cx="233422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AA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Green LEDs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3084" y="3298746"/>
            <a:ext cx="741783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Great for "go" signals and nature projects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3534" y="3993594"/>
            <a:ext cx="7836932" cy="1121569"/>
          </a:xfrm>
          <a:prstGeom prst="roundRect">
            <a:avLst>
              <a:gd name="adj" fmla="val 699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6510" dir="2700000">
              <a:srgbClr val="e6ded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3084" y="4203144"/>
            <a:ext cx="233422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66FF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Blue LEDs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3084" y="4607004"/>
            <a:ext cx="741783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Cool and modern, like ocean waves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3534" y="5301853"/>
            <a:ext cx="7836932" cy="1121569"/>
          </a:xfrm>
          <a:prstGeom prst="roundRect">
            <a:avLst>
              <a:gd name="adj" fmla="val 699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6510" dir="2700000">
              <a:srgbClr val="e6ded2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3084" y="5511403"/>
            <a:ext cx="2334220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AA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Yellow LEDs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3084" y="5915263"/>
            <a:ext cx="7417832" cy="29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Bright like sunshine and school buses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3534" y="6633448"/>
            <a:ext cx="7836932" cy="1091922"/>
          </a:xfrm>
          <a:prstGeom prst="roundRect">
            <a:avLst>
              <a:gd name="adj" fmla="val 7183"/>
            </a:avLst>
          </a:prstGeom>
          <a:solidFill>
            <a:srgbClr val="DDDAD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24" y="6924437"/>
            <a:ext cx="233362" cy="1866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60277" y="6866811"/>
            <a:ext cx="7043499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Important: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LEDs have a long leg (positive) and short leg (negative) - just like magnets, they only work one way!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9004"/>
            <a:ext cx="9036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Resistors: The Traffic Controllers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Do They Do?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38686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Resistors slow down electricity like speed bumps slow down cars. Without them, LEDs would get too much power and burn out!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67964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Our 10K resistor is perfect for protecting LEDs in beginner circuits.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Color Code Secret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599521" y="538686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Those colorful stripes aren't just pretty - they're a secret code that tells engineers how much the resistor slows down electricity!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667964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Don't worry about memorizing it yet - just know that colors have meaning in electronics.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79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Jumper Wires: Electricity Highways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25710"/>
            <a:ext cx="7556421" cy="3354943"/>
          </a:xfrm>
          <a:prstGeom prst="roundRect">
            <a:avLst>
              <a:gd name="adj" fmla="val 2840"/>
            </a:avLst>
          </a:prstGeom>
          <a:solidFill>
            <a:srgbClr val="F2EDE5"/>
          </a:solidFill>
          <a:ln w="7620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20320" dir="2700000">
              <a:srgbClr val="ccc4b8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1410" y="2833330"/>
            <a:ext cx="3770590" cy="2032754"/>
          </a:xfrm>
          <a:prstGeom prst="roundRect">
            <a:avLst>
              <a:gd name="adj" fmla="val 4687"/>
            </a:avLst>
          </a:prstGeom>
          <a:solidFill>
            <a:srgbClr val="F2EDE5"/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3060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Red Wires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550563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Usually carry positive (+) electricity - like the "hot" lane on a highway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572000" y="2833330"/>
            <a:ext cx="3770590" cy="2032754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833330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0" name="Text 7"/>
          <p:cNvSpPr/>
          <p:nvPr/>
        </p:nvSpPr>
        <p:spPr>
          <a:xfrm>
            <a:off x="4798814" y="3060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Black Wires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98814" y="3550563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Typically carry negative (-) electricity - the return path back home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866084"/>
            <a:ext cx="7541181" cy="1306949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1410" y="4866084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4" name="Text 11"/>
          <p:cNvSpPr/>
          <p:nvPr/>
        </p:nvSpPr>
        <p:spPr>
          <a:xfrm>
            <a:off x="1028224" y="5092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Other Colors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8224" y="558331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Green, blue, yellow wires can carry signals between components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43580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Think of jumper wires as bridges that connect different parts of your circuit city!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31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Potentiometer: Your Volume Control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960846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Turn Left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678079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Less electricity flows through - LED gets dimmer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321731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548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Turn Right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503896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More electricity flows through - LED gets brighter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280190" y="593776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Just like the volume knob on a radio controls sound, a potentiometer controls how much electricity flows to your LED. It's like having a dimmer switch for your lights at home!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2025-09-23T19:22:21Z</dcterms:created>
  <dcterms:modified xsi:type="dcterms:W3CDTF">2025-09-23T19:22:21Z</dcterms:modified>
</cp:coreProperties>
</file>